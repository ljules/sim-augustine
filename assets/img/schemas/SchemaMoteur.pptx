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3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C50C47-FCC6-4A4A-0666-8C2ED5429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3D541AF-7F64-AA70-F969-22835DD44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6F3668-F03C-7A80-7CBF-E8F1C958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DECE5A-1051-4643-E4D8-E8BA6696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6849DC-8B5B-29EC-480A-A08ACD82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2719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A671BE-0BFA-00C7-36AE-250B4A570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0FAD79-4DE4-03D5-37B9-B67CDF62B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642340-8E52-0B46-2402-38781A948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789CF6-CFD2-3B83-40E4-5BF1B6B9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B2F3C4-0180-B7CE-2A65-2E1F5F77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455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F282B-05FC-22BE-78CC-790F8FDC6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2176AF-624E-C299-12B0-2E8BFC7F1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2F954D-14ED-400F-ABED-512C79EEF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645486-BC6D-A4B8-F47D-D2460A5E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FD8C1F-4E8C-21ED-4519-44C8E550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2260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3BBDFD-9B8D-8F8F-40D2-CC18A262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7DA0F0-BCD3-3386-A514-2EB33F7717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4BB7334-54C4-AA1C-3964-CDCFF12BA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801F3B-B41F-FD29-3F47-09DE26BBA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5C4801-5FFE-474D-DCDE-F7097BA34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92EB66-B047-07B2-076E-2AFA00EB8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8708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87D9E5-B9CA-0ED4-A15A-8D2F3F7E9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7AA2D7-1186-AB7A-37E4-24E228E8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6F38C6-34E6-D855-48FB-594CD38FF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C3E567-85A8-B849-CDEB-417629D43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5C933AC-82C3-744E-ECE2-0D60668B4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A7A2562-0BE0-9DA5-8ABA-4A7F48845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70231FB-FDBE-C8BE-B174-A36824EFD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55742EF-2809-8F01-2280-E68C6D84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6642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8E0045-23A7-843C-CD1B-3FB9F1E5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8E71DA3-5B2F-D6DD-6BBA-0262BCA52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96BFF8-165D-B8D1-5D7C-C622A6D0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6DBE9F7-D2A7-3AB3-778F-08FFD122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2132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4541A5D-BC71-B2E0-F50B-BAE9561B3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05B54AD-516A-1627-3E7D-83B4532C6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71B788-E258-F117-0EF0-11CF89A4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736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613EBB-AC03-9FFF-DCB4-819A5C8CB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A80140-D92D-27EE-C1F3-9FC7D1945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F9139D-8424-CDFF-D8EF-2A24F19F8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921A3E-FEB5-7D3E-B8C5-DD5FF9764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246E40-8636-A7CE-93D7-92CFC172D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F1CFB7-BF45-D330-97F6-A3D05631A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6435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8C6539-93E6-4E8E-3029-F7D21BBD2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ED854A6-D94C-AA1A-999E-493836DD6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F22FDAA-6DA5-7886-7448-23E8BD6F0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479333-F3AA-91F6-7D28-0085E807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C7516F-F365-071D-CFDF-9E82F3BC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3D8ADB-0C51-8DEB-16A3-A64DD64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85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73440E-99A6-A79B-7DC2-2534AA222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4568987-39FC-948A-D17F-3F98AB36F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FE2639-811C-EF67-0CCC-CCE803C8E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493574-BE60-5151-04B2-D0EB763CE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988842-4D59-7632-837C-D224195F5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63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2D96CB1-9302-8651-55F4-B3AE89017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803E233-0B5E-8E4A-BCB2-EFAA71206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22AE17-BB59-6CB6-E2A1-BFDDD2F6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9B6065-76A8-DC19-C1EB-594765EA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4B3BD0-D430-A863-2275-6E3F42128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4543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68E98D-DF85-9418-CC1E-92431D7B9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E9A7BE-6A26-C152-BA4A-C9166D082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5674F4-5C2A-DEBC-1355-B4C66D585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EE6C4-8ACD-40E9-9121-6600DA349F6D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D6B509-52A8-E62B-1F28-F2F030D71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48A815-B9DE-AC7A-6FA0-17B411DB6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10DC9-EA79-4D05-AFE1-EB5D7441AD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5612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FEC4BE78-0D40-093E-B6E7-92BD759D920E}"/>
              </a:ext>
            </a:extLst>
          </p:cNvPr>
          <p:cNvGrpSpPr/>
          <p:nvPr/>
        </p:nvGrpSpPr>
        <p:grpSpPr>
          <a:xfrm>
            <a:off x="136698" y="890151"/>
            <a:ext cx="11769135" cy="5077698"/>
            <a:chOff x="136698" y="890151"/>
            <a:chExt cx="11769135" cy="5077698"/>
          </a:xfrm>
        </p:grpSpPr>
        <p:pic>
          <p:nvPicPr>
            <p:cNvPr id="12" name="Image 11" descr="Une image contenant capture d’écran, cercle, Graphique, logo&#10;&#10;Le contenu généré par l’IA peut être incorrect.">
              <a:extLst>
                <a:ext uri="{FF2B5EF4-FFF2-40B4-BE49-F238E27FC236}">
                  <a16:creationId xmlns:a16="http://schemas.microsoft.com/office/drawing/2014/main" id="{6F0E6F44-B409-D4D9-59DD-20F825E59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58" y="890151"/>
              <a:ext cx="11496675" cy="5077698"/>
            </a:xfrm>
            <a:prstGeom prst="rect">
              <a:avLst/>
            </a:prstGeom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1E7CE982-AEA0-5388-325A-77148A72609A}"/>
                </a:ext>
              </a:extLst>
            </p:cNvPr>
            <p:cNvSpPr txBox="1"/>
            <p:nvPr/>
          </p:nvSpPr>
          <p:spPr>
            <a:xfrm>
              <a:off x="136698" y="3112450"/>
              <a:ext cx="962341" cy="810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/>
                <a:t>U</a:t>
              </a:r>
              <a:r>
                <a:rPr lang="fr-FR" sz="2800" b="1" baseline="-25000" dirty="0" err="1"/>
                <a:t>nom</a:t>
              </a:r>
              <a:r>
                <a:rPr lang="fr-FR" sz="2800" b="1" baseline="-25000" dirty="0"/>
                <a:t>.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E1EFE925-6834-0E9B-07AC-33C42041FA56}"/>
                </a:ext>
              </a:extLst>
            </p:cNvPr>
            <p:cNvSpPr txBox="1"/>
            <p:nvPr/>
          </p:nvSpPr>
          <p:spPr>
            <a:xfrm>
              <a:off x="1907703" y="1159502"/>
              <a:ext cx="7867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/>
                <a:t>R</a:t>
              </a:r>
              <a:r>
                <a:rPr lang="fr-FR" sz="2800" b="1" baseline="-25000" dirty="0" err="1"/>
                <a:t>m</a:t>
              </a:r>
              <a:endParaRPr lang="fr-FR" sz="2000" b="1" baseline="-25000" dirty="0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298F524E-216D-46CF-FE68-68414516CF9C}"/>
                </a:ext>
              </a:extLst>
            </p:cNvPr>
            <p:cNvSpPr txBox="1"/>
            <p:nvPr/>
          </p:nvSpPr>
          <p:spPr>
            <a:xfrm>
              <a:off x="3846231" y="1159502"/>
              <a:ext cx="7867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/>
                <a:t>L</a:t>
              </a:r>
              <a:r>
                <a:rPr lang="fr-FR" sz="2800" b="1" baseline="-25000" dirty="0"/>
                <a:t>m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E52B5ECE-A5F7-8BA5-0C69-881723D7B283}"/>
                </a:ext>
              </a:extLst>
            </p:cNvPr>
            <p:cNvSpPr txBox="1"/>
            <p:nvPr/>
          </p:nvSpPr>
          <p:spPr>
            <a:xfrm>
              <a:off x="8475381" y="1682722"/>
              <a:ext cx="7867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200" b="1" dirty="0" err="1"/>
                <a:t>J</a:t>
              </a:r>
              <a:r>
                <a:rPr lang="fr-FR" sz="3200" b="1" baseline="-25000" dirty="0" err="1"/>
                <a:t>m</a:t>
              </a:r>
              <a:endParaRPr lang="fr-FR" sz="3200" b="1" baseline="-25000" dirty="0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EF5C02A2-737A-FC8D-24F0-6DC7E99D8F9E}"/>
                </a:ext>
              </a:extLst>
            </p:cNvPr>
            <p:cNvSpPr txBox="1"/>
            <p:nvPr/>
          </p:nvSpPr>
          <p:spPr>
            <a:xfrm>
              <a:off x="9618381" y="3864602"/>
              <a:ext cx="7867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/>
                <a:t>f</a:t>
              </a:r>
              <a:r>
                <a:rPr lang="fr-FR" sz="2800" b="1" baseline="-25000" dirty="0" err="1"/>
                <a:t>vm</a:t>
              </a:r>
              <a:endParaRPr lang="fr-FR" sz="2800" b="1" baseline="-25000" dirty="0"/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AD72CA8E-BC00-4FD4-4B97-F32DA148B9AD}"/>
                </a:ext>
              </a:extLst>
            </p:cNvPr>
            <p:cNvSpPr txBox="1"/>
            <p:nvPr/>
          </p:nvSpPr>
          <p:spPr>
            <a:xfrm>
              <a:off x="9599331" y="2527675"/>
              <a:ext cx="7867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200" b="1" dirty="0" err="1"/>
                <a:t>c</a:t>
              </a:r>
              <a:r>
                <a:rPr lang="fr-FR" sz="3200" b="1" baseline="-25000" dirty="0" err="1"/>
                <a:t>s</a:t>
              </a:r>
              <a:endParaRPr lang="fr-FR" sz="2800" b="1" baseline="-25000" dirty="0"/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D158897F-BB49-76AE-698D-D56F6E2E77D9}"/>
                </a:ext>
              </a:extLst>
            </p:cNvPr>
            <p:cNvSpPr txBox="1"/>
            <p:nvPr/>
          </p:nvSpPr>
          <p:spPr>
            <a:xfrm>
              <a:off x="5702635" y="3244334"/>
              <a:ext cx="7867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/>
                <a:t>k</a:t>
              </a:r>
              <a:r>
                <a:rPr lang="fr-FR" sz="2800" b="1" baseline="-25000" dirty="0" err="1"/>
                <a:t>u</a:t>
              </a:r>
              <a:endParaRPr lang="fr-FR" sz="2000" b="1" baseline="-25000" dirty="0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B1A84E1B-4028-8607-C2C7-690578A3874E}"/>
                </a:ext>
              </a:extLst>
            </p:cNvPr>
            <p:cNvSpPr txBox="1"/>
            <p:nvPr/>
          </p:nvSpPr>
          <p:spPr>
            <a:xfrm>
              <a:off x="6826585" y="3244334"/>
              <a:ext cx="7867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 err="1"/>
                <a:t>k</a:t>
              </a:r>
              <a:r>
                <a:rPr lang="fr-FR" sz="2800" b="1" baseline="-25000" dirty="0" err="1"/>
                <a:t>c</a:t>
              </a:r>
              <a:endParaRPr lang="fr-FR" sz="2800" b="1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25240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</Words>
  <Application>Microsoft Office PowerPoint</Application>
  <PresentationFormat>Grand écran</PresentationFormat>
  <Paragraphs>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Laurent JULES</dc:creator>
  <cp:lastModifiedBy>Laurent JULES</cp:lastModifiedBy>
  <cp:revision>3</cp:revision>
  <dcterms:created xsi:type="dcterms:W3CDTF">2026-02-01T08:14:11Z</dcterms:created>
  <dcterms:modified xsi:type="dcterms:W3CDTF">2026-02-01T10:36:13Z</dcterms:modified>
</cp:coreProperties>
</file>