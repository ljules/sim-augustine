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2" autoAdjust="0"/>
    <p:restoredTop sz="94660"/>
  </p:normalViewPr>
  <p:slideViewPr>
    <p:cSldViewPr snapToGrid="0">
      <p:cViewPr varScale="1">
        <p:scale>
          <a:sx n="79" d="100"/>
          <a:sy n="79" d="100"/>
        </p:scale>
        <p:origin x="114" y="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C50C47-FCC6-4A4A-0666-8C2ED5429B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3D541AF-7F64-AA70-F969-22835DD44D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6F3668-F03C-7A80-7CBF-E8F1C958A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E6C4-8ACD-40E9-9121-6600DA349F6D}" type="datetimeFigureOut">
              <a:rPr lang="fr-FR" smtClean="0"/>
              <a:t>01/02/2026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8DECE5A-1051-4643-E4D8-E8BA6696F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6849DC-8B5B-29EC-480A-A08ACD82C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10DC9-EA79-4D05-AFE1-EB5D7441AD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2719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A671BE-0BFA-00C7-36AE-250B4A570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0FAD79-4DE4-03D5-37B9-B67CDF62B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642340-8E52-0B46-2402-38781A948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E6C4-8ACD-40E9-9121-6600DA349F6D}" type="datetimeFigureOut">
              <a:rPr lang="fr-FR" smtClean="0"/>
              <a:t>01/02/2026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F789CF6-CFD2-3B83-40E4-5BF1B6B95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B2F3C4-0180-B7CE-2A65-2E1F5F779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10DC9-EA79-4D05-AFE1-EB5D7441AD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3455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9F282B-05FC-22BE-78CC-790F8FDC6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52176AF-624E-C299-12B0-2E8BFC7F1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2F954D-14ED-400F-ABED-512C79EEF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E6C4-8ACD-40E9-9121-6600DA349F6D}" type="datetimeFigureOut">
              <a:rPr lang="fr-FR" smtClean="0"/>
              <a:t>01/02/2026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645486-BC6D-A4B8-F47D-D2460A5E9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0FD8C1F-4E8C-21ED-4519-44C8E5503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10DC9-EA79-4D05-AFE1-EB5D7441AD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2260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3BBDFD-9B8D-8F8F-40D2-CC18A2624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7DA0F0-BCD3-3386-A514-2EB33F7717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4BB7334-54C4-AA1C-3964-CDCFF12BAD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0801F3B-B41F-FD29-3F47-09DE26BBA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E6C4-8ACD-40E9-9121-6600DA349F6D}" type="datetimeFigureOut">
              <a:rPr lang="fr-FR" smtClean="0"/>
              <a:t>01/02/2026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75C4801-5FFE-474D-DCDE-F7097BA34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992EB66-B047-07B2-076E-2AFA00EB8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10DC9-EA79-4D05-AFE1-EB5D7441AD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8708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87D9E5-B9CA-0ED4-A15A-8D2F3F7E9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17AA2D7-1186-AB7A-37E4-24E228E80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36F38C6-34E6-D855-48FB-594CD38FF5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CC3E567-85A8-B849-CDEB-417629D434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5C933AC-82C3-744E-ECE2-0D60668B4A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A7A2562-0BE0-9DA5-8ABA-4A7F48845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E6C4-8ACD-40E9-9121-6600DA349F6D}" type="datetimeFigureOut">
              <a:rPr lang="fr-FR" smtClean="0"/>
              <a:t>01/02/2026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70231FB-FDBE-C8BE-B174-A36824EFD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55742EF-2809-8F01-2280-E68C6D84A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10DC9-EA79-4D05-AFE1-EB5D7441AD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6642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8E0045-23A7-843C-CD1B-3FB9F1E57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8E71DA3-5B2F-D6DD-6BBA-0262BCA52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E6C4-8ACD-40E9-9121-6600DA349F6D}" type="datetimeFigureOut">
              <a:rPr lang="fr-FR" smtClean="0"/>
              <a:t>01/02/2026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996BFF8-165D-B8D1-5D7C-C622A6D0C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6DBE9F7-D2A7-3AB3-778F-08FFD1228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10DC9-EA79-4D05-AFE1-EB5D7441AD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2132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4541A5D-BC71-B2E0-F50B-BAE9561B3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E6C4-8ACD-40E9-9121-6600DA349F6D}" type="datetimeFigureOut">
              <a:rPr lang="fr-FR" smtClean="0"/>
              <a:t>01/02/2026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05B54AD-516A-1627-3E7D-83B4532C6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071B788-E258-F117-0EF0-11CF89A45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10DC9-EA79-4D05-AFE1-EB5D7441AD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7361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613EBB-AC03-9FFF-DCB4-819A5C8CB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A80140-D92D-27EE-C1F3-9FC7D1945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0F9139D-8424-CDFF-D8EF-2A24F19F8F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0921A3E-FEB5-7D3E-B8C5-DD5FF9764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E6C4-8ACD-40E9-9121-6600DA349F6D}" type="datetimeFigureOut">
              <a:rPr lang="fr-FR" smtClean="0"/>
              <a:t>01/02/2026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B246E40-8636-A7CE-93D7-92CFC172D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6F1CFB7-BF45-D330-97F6-A3D05631A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10DC9-EA79-4D05-AFE1-EB5D7441AD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6435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8C6539-93E6-4E8E-3029-F7D21BBD2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ED854A6-D94C-AA1A-999E-493836DD6F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F22FDAA-6DA5-7886-7448-23E8BD6F0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0479333-F3AA-91F6-7D28-0085E8074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E6C4-8ACD-40E9-9121-6600DA349F6D}" type="datetimeFigureOut">
              <a:rPr lang="fr-FR" smtClean="0"/>
              <a:t>01/02/2026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3C7516F-F365-071D-CFDF-9E82F3BCE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F3D8ADB-0C51-8DEB-16A3-A64DD640D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10DC9-EA79-4D05-AFE1-EB5D7441AD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1859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73440E-99A6-A79B-7DC2-2534AA222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4568987-39FC-948A-D17F-3F98AB36F3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FE2639-811C-EF67-0CCC-CCE803C8E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E6C4-8ACD-40E9-9121-6600DA349F6D}" type="datetimeFigureOut">
              <a:rPr lang="fr-FR" smtClean="0"/>
              <a:t>01/02/2026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B493574-BE60-5151-04B2-D0EB763CE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988842-4D59-7632-837C-D224195F5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10DC9-EA79-4D05-AFE1-EB5D7441AD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2631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2D96CB1-9302-8651-55F4-B3AE89017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803E233-0B5E-8E4A-BCB2-EFAA71206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22AE17-BB59-6CB6-E2A1-BFDDD2F6F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E6C4-8ACD-40E9-9121-6600DA349F6D}" type="datetimeFigureOut">
              <a:rPr lang="fr-FR" smtClean="0"/>
              <a:t>01/02/2026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29B6065-76A8-DC19-C1EB-594765EA6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4B3BD0-D430-A863-2275-6E3F42128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10DC9-EA79-4D05-AFE1-EB5D7441AD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4543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468E98D-DF85-9418-CC1E-92431D7B9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8E9A7BE-6A26-C152-BA4A-C9166D082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5674F4-5C2A-DEBC-1355-B4C66D5850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2EE6C4-8ACD-40E9-9121-6600DA349F6D}" type="datetimeFigureOut">
              <a:rPr lang="fr-FR" smtClean="0"/>
              <a:t>01/02/2026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3D6B509-52A8-E62B-1F28-F2F030D719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48A815-B9DE-AC7A-6FA0-17B411DB6E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D10DC9-EA79-4D05-AFE1-EB5D7441AD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5612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e 43">
            <a:extLst>
              <a:ext uri="{FF2B5EF4-FFF2-40B4-BE49-F238E27FC236}">
                <a16:creationId xmlns:a16="http://schemas.microsoft.com/office/drawing/2014/main" id="{7EFFC78A-B9BA-709F-EB1F-0588F09C1F24}"/>
              </a:ext>
            </a:extLst>
          </p:cNvPr>
          <p:cNvGrpSpPr/>
          <p:nvPr/>
        </p:nvGrpSpPr>
        <p:grpSpPr>
          <a:xfrm>
            <a:off x="1246095" y="1644374"/>
            <a:ext cx="9686330" cy="4054124"/>
            <a:chOff x="1246095" y="1644374"/>
            <a:chExt cx="9686330" cy="4054124"/>
          </a:xfrm>
        </p:grpSpPr>
        <p:pic>
          <p:nvPicPr>
            <p:cNvPr id="3" name="Image 2" descr="Une image contenant véhicule, Véhicule terrestre, roue, voiture&#10;&#10;Le contenu généré par l’IA peut être incorrect.">
              <a:extLst>
                <a:ext uri="{FF2B5EF4-FFF2-40B4-BE49-F238E27FC236}">
                  <a16:creationId xmlns:a16="http://schemas.microsoft.com/office/drawing/2014/main" id="{62C64FA8-1AFD-851A-B3B6-E5747FA71F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6095" y="1644374"/>
              <a:ext cx="9430870" cy="4054124"/>
            </a:xfrm>
            <a:prstGeom prst="rect">
              <a:avLst/>
            </a:prstGeom>
          </p:spPr>
        </p:pic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88CBFAA1-CF48-B559-4691-B517D1245774}"/>
                </a:ext>
              </a:extLst>
            </p:cNvPr>
            <p:cNvSpPr txBox="1"/>
            <p:nvPr/>
          </p:nvSpPr>
          <p:spPr>
            <a:xfrm>
              <a:off x="5905308" y="3558592"/>
              <a:ext cx="4865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000" b="1" dirty="0"/>
                <a:t>G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ZoneTexte 15">
                  <a:extLst>
                    <a:ext uri="{FF2B5EF4-FFF2-40B4-BE49-F238E27FC236}">
                      <a16:creationId xmlns:a16="http://schemas.microsoft.com/office/drawing/2014/main" id="{20F80DA8-81D5-3768-E17B-0F9A652E59B8}"/>
                    </a:ext>
                  </a:extLst>
                </p:cNvPr>
                <p:cNvSpPr txBox="1"/>
                <p:nvPr/>
              </p:nvSpPr>
              <p:spPr>
                <a:xfrm>
                  <a:off x="5145963" y="5089717"/>
                  <a:ext cx="1728969" cy="4374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2000" b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</m:acc>
                        <m:r>
                          <a:rPr lang="fr-FR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fr-FR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𝐦</m:t>
                            </m:r>
                            <m:r>
                              <a:rPr lang="fr-FR" sz="2000" b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fr-FR" sz="2000" b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𝐠</m:t>
                            </m:r>
                          </m:e>
                        </m:d>
                      </m:oMath>
                    </m:oMathPara>
                  </a14:m>
                  <a:endParaRPr lang="fr-FR" sz="20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6" name="ZoneTexte 15">
                  <a:extLst>
                    <a:ext uri="{FF2B5EF4-FFF2-40B4-BE49-F238E27FC236}">
                      <a16:creationId xmlns:a16="http://schemas.microsoft.com/office/drawing/2014/main" id="{20F80DA8-81D5-3768-E17B-0F9A652E59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5963" y="5089717"/>
                  <a:ext cx="1728969" cy="437492"/>
                </a:xfrm>
                <a:prstGeom prst="rect">
                  <a:avLst/>
                </a:prstGeom>
                <a:blipFill>
                  <a:blip r:embed="rId3"/>
                  <a:stretch>
                    <a:fillRect b="-6944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F749C746-DB62-52DD-A7FE-3142FA4D5F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14282" y="3805343"/>
              <a:ext cx="7978587" cy="160934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 droit avec flèche 9">
              <a:extLst>
                <a:ext uri="{FF2B5EF4-FFF2-40B4-BE49-F238E27FC236}">
                  <a16:creationId xmlns:a16="http://schemas.microsoft.com/office/drawing/2014/main" id="{9AA8C614-45ED-ACD3-F39E-055EC5E3288F}"/>
                </a:ext>
              </a:extLst>
            </p:cNvPr>
            <p:cNvCxnSpPr>
              <a:cxnSpLocks/>
            </p:cNvCxnSpPr>
            <p:nvPr/>
          </p:nvCxnSpPr>
          <p:spPr>
            <a:xfrm>
              <a:off x="5911761" y="3827212"/>
              <a:ext cx="0" cy="1326777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eur droit avec flèche 24">
              <a:extLst>
                <a:ext uri="{FF2B5EF4-FFF2-40B4-BE49-F238E27FC236}">
                  <a16:creationId xmlns:a16="http://schemas.microsoft.com/office/drawing/2014/main" id="{2DFC1454-BDC7-4E86-C4A7-46FD63B1C3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3288" y="5098758"/>
              <a:ext cx="833937" cy="168778"/>
            </a:xfrm>
            <a:prstGeom prst="straightConnector1">
              <a:avLst/>
            </a:prstGeom>
            <a:ln w="76200">
              <a:solidFill>
                <a:schemeClr val="accent5">
                  <a:lumMod val="40000"/>
                  <a:lumOff val="6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D06F16DD-FA00-88E6-F1C8-06D6192AAA63}"/>
                </a:ext>
              </a:extLst>
            </p:cNvPr>
            <p:cNvSpPr/>
            <p:nvPr/>
          </p:nvSpPr>
          <p:spPr>
            <a:xfrm>
              <a:off x="3679182" y="4980283"/>
              <a:ext cx="210282" cy="210282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ZoneTexte 29">
                  <a:extLst>
                    <a:ext uri="{FF2B5EF4-FFF2-40B4-BE49-F238E27FC236}">
                      <a16:creationId xmlns:a16="http://schemas.microsoft.com/office/drawing/2014/main" id="{D575ACC0-176B-8139-D762-CA045C60FA8A}"/>
                    </a:ext>
                  </a:extLst>
                </p:cNvPr>
                <p:cNvSpPr txBox="1"/>
                <p:nvPr/>
              </p:nvSpPr>
              <p:spPr>
                <a:xfrm>
                  <a:off x="2912740" y="5253114"/>
                  <a:ext cx="172896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‖"/>
                            <m:endChr m:val="‖"/>
                            <m:ctrlPr>
                              <a:rPr lang="fr-FR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2000" b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000" b="1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𝐟</m:t>
                                </m:r>
                              </m:e>
                              <m:sub>
                                <m:r>
                                  <a:rPr lang="fr-FR" sz="2000" b="1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𝐬</m:t>
                                </m:r>
                              </m:sub>
                            </m:sSub>
                            <m:r>
                              <a:rPr lang="fr-FR" sz="20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fr-FR" sz="2000" b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𝐦</m:t>
                            </m:r>
                            <m:r>
                              <a:rPr lang="fr-FR" sz="2000" b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fr-FR" sz="2000" b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𝐠</m:t>
                            </m:r>
                          </m:e>
                        </m:d>
                      </m:oMath>
                    </m:oMathPara>
                  </a14:m>
                  <a:endParaRPr lang="fr-FR" sz="20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30" name="ZoneTexte 29">
                  <a:extLst>
                    <a:ext uri="{FF2B5EF4-FFF2-40B4-BE49-F238E27FC236}">
                      <a16:creationId xmlns:a16="http://schemas.microsoft.com/office/drawing/2014/main" id="{D575ACC0-176B-8139-D762-CA045C60FA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2740" y="5253114"/>
                  <a:ext cx="1728969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39A17643-6801-213E-FEE5-6453C85F8389}"/>
                </a:ext>
              </a:extLst>
            </p:cNvPr>
            <p:cNvSpPr/>
            <p:nvPr/>
          </p:nvSpPr>
          <p:spPr>
            <a:xfrm>
              <a:off x="5812358" y="3653506"/>
              <a:ext cx="210282" cy="21028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34" name="Connecteur droit avec flèche 33">
              <a:extLst>
                <a:ext uri="{FF2B5EF4-FFF2-40B4-BE49-F238E27FC236}">
                  <a16:creationId xmlns:a16="http://schemas.microsoft.com/office/drawing/2014/main" id="{9707D695-B473-50F9-136E-440C7A8E3A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89234" y="4216533"/>
              <a:ext cx="833937" cy="168778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3485B556-0984-1DA1-ED59-E1B9DC9AED37}"/>
                </a:ext>
              </a:extLst>
            </p:cNvPr>
            <p:cNvSpPr/>
            <p:nvPr/>
          </p:nvSpPr>
          <p:spPr>
            <a:xfrm>
              <a:off x="8005838" y="4102459"/>
              <a:ext cx="210282" cy="210282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ZoneTexte 34">
                  <a:extLst>
                    <a:ext uri="{FF2B5EF4-FFF2-40B4-BE49-F238E27FC236}">
                      <a16:creationId xmlns:a16="http://schemas.microsoft.com/office/drawing/2014/main" id="{DFFF4887-44CF-D6E8-0482-70EEB60B6615}"/>
                    </a:ext>
                  </a:extLst>
                </p:cNvPr>
                <p:cNvSpPr txBox="1"/>
                <p:nvPr/>
              </p:nvSpPr>
              <p:spPr>
                <a:xfrm>
                  <a:off x="7069574" y="4426815"/>
                  <a:ext cx="172896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‖"/>
                            <m:endChr m:val="‖"/>
                            <m:ctrlPr>
                              <a:rPr lang="fr-FR" sz="2000" b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2000" b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000" b="1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𝐟</m:t>
                                </m:r>
                              </m:e>
                              <m:sub>
                                <m:r>
                                  <a:rPr lang="fr-FR" sz="2000" b="1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𝐯</m:t>
                                </m:r>
                              </m:sub>
                            </m:sSub>
                            <m:r>
                              <a:rPr lang="fr-FR" sz="20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fr-FR" sz="20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</m:d>
                      </m:oMath>
                    </m:oMathPara>
                  </a14:m>
                  <a:endParaRPr lang="fr-FR" sz="20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35" name="ZoneTexte 34">
                  <a:extLst>
                    <a:ext uri="{FF2B5EF4-FFF2-40B4-BE49-F238E27FC236}">
                      <a16:creationId xmlns:a16="http://schemas.microsoft.com/office/drawing/2014/main" id="{DFFF4887-44CF-D6E8-0482-70EEB60B66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9574" y="4426815"/>
                  <a:ext cx="1728969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6AFB54F1-E6EC-28D0-7E73-0BB4225C3352}"/>
                </a:ext>
              </a:extLst>
            </p:cNvPr>
            <p:cNvSpPr/>
            <p:nvPr/>
          </p:nvSpPr>
          <p:spPr>
            <a:xfrm>
              <a:off x="9615182" y="3038566"/>
              <a:ext cx="210282" cy="210282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37" name="Connecteur droit avec flèche 36">
              <a:extLst>
                <a:ext uri="{FF2B5EF4-FFF2-40B4-BE49-F238E27FC236}">
                  <a16:creationId xmlns:a16="http://schemas.microsoft.com/office/drawing/2014/main" id="{BC2288DD-331C-0F4D-F546-E007E5732F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25464" y="2929793"/>
              <a:ext cx="833937" cy="168778"/>
            </a:xfrm>
            <a:prstGeom prst="straightConnector1">
              <a:avLst/>
            </a:prstGeom>
            <a:ln w="762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ZoneTexte 37">
                  <a:extLst>
                    <a:ext uri="{FF2B5EF4-FFF2-40B4-BE49-F238E27FC236}">
                      <a16:creationId xmlns:a16="http://schemas.microsoft.com/office/drawing/2014/main" id="{9E2BD277-B991-F299-C7A2-DE09C7C8D789}"/>
                    </a:ext>
                  </a:extLst>
                </p:cNvPr>
                <p:cNvSpPr txBox="1"/>
                <p:nvPr/>
              </p:nvSpPr>
              <p:spPr>
                <a:xfrm>
                  <a:off x="9203456" y="2172288"/>
                  <a:ext cx="1728969" cy="6787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‖"/>
                            <m:endChr m:val="‖"/>
                            <m:ctrlPr>
                              <a:rPr lang="fr-FR" sz="2000" b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sz="2000" b="1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2000" b="1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fr-FR" sz="2000" b="1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  <m:r>
                              <a:rPr lang="fr-FR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𝛒</m:t>
                            </m:r>
                            <m:r>
                              <a:rPr lang="fr-FR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fr-FR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𝑺</m:t>
                            </m:r>
                            <m:r>
                              <a:rPr lang="fr-FR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fr-FR" sz="2000" b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000" b="1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𝐂</m:t>
                                </m:r>
                              </m:e>
                              <m:sub>
                                <m:r>
                                  <a:rPr lang="fr-FR" sz="2000" b="1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sub>
                            </m:sSub>
                            <m:r>
                              <a:rPr lang="fr-FR" sz="20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fr-FR" sz="20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  <m:r>
                              <a:rPr lang="fr-FR" sz="2000" b="1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²</m:t>
                            </m:r>
                          </m:e>
                        </m:d>
                      </m:oMath>
                    </m:oMathPara>
                  </a14:m>
                  <a:endParaRPr lang="fr-FR" sz="20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38" name="ZoneTexte 37">
                  <a:extLst>
                    <a:ext uri="{FF2B5EF4-FFF2-40B4-BE49-F238E27FC236}">
                      <a16:creationId xmlns:a16="http://schemas.microsoft.com/office/drawing/2014/main" id="{9E2BD277-B991-F299-C7A2-DE09C7C8D7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03456" y="2172288"/>
                  <a:ext cx="1728969" cy="67877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B09DCE5C-F5EF-CE2B-B37B-676C14F96505}"/>
                </a:ext>
              </a:extLst>
            </p:cNvPr>
            <p:cNvSpPr txBox="1"/>
            <p:nvPr/>
          </p:nvSpPr>
          <p:spPr>
            <a:xfrm>
              <a:off x="3106008" y="4450542"/>
              <a:ext cx="12261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000" b="1" dirty="0" err="1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z</a:t>
              </a:r>
              <a:r>
                <a:rPr lang="fr-FR" sz="2000" b="1" baseline="-25000" dirty="0" err="1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couronne</a:t>
              </a:r>
              <a:endParaRPr lang="fr-FR" b="1" baseline="-250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E1EFE925-6834-0E9B-07AC-33C42041FA56}"/>
                </a:ext>
              </a:extLst>
            </p:cNvPr>
            <p:cNvSpPr txBox="1"/>
            <p:nvPr/>
          </p:nvSpPr>
          <p:spPr>
            <a:xfrm>
              <a:off x="4214275" y="3660699"/>
              <a:ext cx="10335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000" b="1" dirty="0" err="1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z</a:t>
              </a:r>
              <a:r>
                <a:rPr lang="fr-FR" sz="2000" b="1" baseline="-25000" dirty="0" err="1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pignon</a:t>
              </a:r>
              <a:endParaRPr lang="fr-FR" sz="2000" b="1" baseline="-250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41" name="Connecteur droit avec flèche 40">
              <a:extLst>
                <a:ext uri="{FF2B5EF4-FFF2-40B4-BE49-F238E27FC236}">
                  <a16:creationId xmlns:a16="http://schemas.microsoft.com/office/drawing/2014/main" id="{92AE4357-8BAE-E5BF-86DB-70E7FAFBFE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50150" y="3992441"/>
              <a:ext cx="348337" cy="446944"/>
            </a:xfrm>
            <a:prstGeom prst="straightConnector1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59E0CE19-78A0-577C-60D1-8AF177D4103F}"/>
                </a:ext>
              </a:extLst>
            </p:cNvPr>
            <p:cNvSpPr txBox="1"/>
            <p:nvPr/>
          </p:nvSpPr>
          <p:spPr>
            <a:xfrm>
              <a:off x="3372695" y="3892029"/>
              <a:ext cx="8415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000" b="1" dirty="0" err="1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r</a:t>
              </a:r>
              <a:r>
                <a:rPr lang="fr-FR" sz="2000" b="1" baseline="-25000" dirty="0" err="1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roue</a:t>
              </a:r>
              <a:endParaRPr lang="fr-FR" sz="2000" b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52404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9</Words>
  <Application>Microsoft Office PowerPoint</Application>
  <PresentationFormat>Grand écran</PresentationFormat>
  <Paragraphs>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Laurent JULES</dc:creator>
  <cp:lastModifiedBy>Laurent JULES</cp:lastModifiedBy>
  <cp:revision>6</cp:revision>
  <dcterms:created xsi:type="dcterms:W3CDTF">2026-02-01T08:14:11Z</dcterms:created>
  <dcterms:modified xsi:type="dcterms:W3CDTF">2026-02-01T09:39:20Z</dcterms:modified>
</cp:coreProperties>
</file>